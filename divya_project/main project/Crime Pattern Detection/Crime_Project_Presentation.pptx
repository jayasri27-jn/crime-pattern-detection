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55" autoAdjust="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53" y="4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94472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4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75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60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7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4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23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7934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866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91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4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45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771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EDD99-8CDD-A563-641B-5A03FCF21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0143D-1793-F4E3-47CF-A3AC65181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EF0C5-2504-6F43-01C2-DAF99172A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EB9CE-D2FB-CC2F-792D-DB9A851B3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8677C-9C32-085D-F445-8E9C779A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48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67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-104708" y="517567"/>
            <a:ext cx="8304331" cy="1328999"/>
          </a:xfrm>
        </p:spPr>
        <p:txBody>
          <a:bodyPr>
            <a:normAutofit/>
          </a:bodyPr>
          <a:lstStyle/>
          <a:p>
            <a:r>
              <a:rPr lang="en-US" sz="4400" u="sng" dirty="0"/>
              <a:t>Crime Pattern Detection Using Geospatial and Temporal Analysis </a:t>
            </a:r>
            <a:endParaRPr lang="en-I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702689" y="2074226"/>
            <a:ext cx="7512060" cy="550333"/>
          </a:xfrm>
        </p:spPr>
        <p:txBody>
          <a:bodyPr/>
          <a:lstStyle/>
          <a:p>
            <a:r>
              <a:rPr dirty="0"/>
              <a:t>Using Power BI and Machine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C6F7E-2664-C715-E9BE-4ADE8EB962BE}"/>
              </a:ext>
            </a:extLst>
          </p:cNvPr>
          <p:cNvSpPr txBox="1"/>
          <p:nvPr/>
        </p:nvSpPr>
        <p:spPr>
          <a:xfrm rot="21438806">
            <a:off x="6355873" y="2502716"/>
            <a:ext cx="1868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Team Members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9BE5B6-79F6-E3BB-2DC4-D2F0BB378FDB}"/>
              </a:ext>
            </a:extLst>
          </p:cNvPr>
          <p:cNvSpPr txBox="1"/>
          <p:nvPr/>
        </p:nvSpPr>
        <p:spPr>
          <a:xfrm rot="21401431">
            <a:off x="6503649" y="2823068"/>
            <a:ext cx="1572576" cy="169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Sk.Fayaz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Sk.Shafi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B.Chakrapani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Sk.Ameesh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analyzes crime datasets using Power BI for visualization and Python ML models for prediction. It provides insights into crime severity trends and helps in preventive measures.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Objective: Predict and analyze crime severity</a:t>
            </a:r>
          </a:p>
          <a:p>
            <a:r>
              <a:rPr dirty="0"/>
              <a:t>- Tools: Power BI, Python, ML algorithms</a:t>
            </a:r>
          </a:p>
          <a:p>
            <a:r>
              <a:rPr dirty="0"/>
              <a:t>- Modules: Data Collection, Preprocessing, Visualization,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Reviewed existing studies on crime prediction using ML and BI tools.</a:t>
            </a:r>
          </a:p>
          <a:p>
            <a:r>
              <a:rPr dirty="0"/>
              <a:t>- BI for visualization</a:t>
            </a:r>
          </a:p>
          <a:p>
            <a:r>
              <a:rPr dirty="0"/>
              <a:t>- Regression &amp; </a:t>
            </a:r>
            <a:r>
              <a:rPr lang="en-US" dirty="0"/>
              <a:t>cluster</a:t>
            </a:r>
            <a:r>
              <a:rPr dirty="0"/>
              <a:t> models for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/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Data Cleaning</a:t>
            </a:r>
          </a:p>
          <a:p>
            <a:r>
              <a:rPr dirty="0"/>
              <a:t>- Machine Learning Models: Decision Tree, Random Forest, Linear Regression</a:t>
            </a:r>
            <a:r>
              <a:rPr lang="en-US" dirty="0"/>
              <a:t>, etc.</a:t>
            </a:r>
            <a:endParaRPr dirty="0"/>
          </a:p>
          <a:p>
            <a:r>
              <a:rPr dirty="0"/>
              <a:t>- Power BI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41530"/>
            <a:ext cx="7797662" cy="1151965"/>
          </a:xfrm>
        </p:spPr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74FFA-842D-6703-7FDC-54B955A7839A}"/>
              </a:ext>
            </a:extLst>
          </p:cNvPr>
          <p:cNvSpPr/>
          <p:nvPr/>
        </p:nvSpPr>
        <p:spPr>
          <a:xfrm>
            <a:off x="1930081" y="1799303"/>
            <a:ext cx="3025375" cy="360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Loading Crime Dataset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E78E1C-C0ED-8A6A-5D9E-C1896BE76991}"/>
              </a:ext>
            </a:extLst>
          </p:cNvPr>
          <p:cNvSpPr/>
          <p:nvPr/>
        </p:nvSpPr>
        <p:spPr>
          <a:xfrm>
            <a:off x="1930082" y="2542979"/>
            <a:ext cx="3025375" cy="360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Preprocessing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992B67-9AE5-2F5F-2077-2BE0582A8D64}"/>
              </a:ext>
            </a:extLst>
          </p:cNvPr>
          <p:cNvSpPr/>
          <p:nvPr/>
        </p:nvSpPr>
        <p:spPr>
          <a:xfrm>
            <a:off x="1930083" y="3291572"/>
            <a:ext cx="3025375" cy="360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ML Model Training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EEA06D-F346-052E-0DD0-981DA7AA8142}"/>
              </a:ext>
            </a:extLst>
          </p:cNvPr>
          <p:cNvSpPr/>
          <p:nvPr/>
        </p:nvSpPr>
        <p:spPr>
          <a:xfrm>
            <a:off x="1930083" y="4040165"/>
            <a:ext cx="3025375" cy="360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Predictions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F6EB43-FE5C-9D53-B754-9CCCB38A4A75}"/>
              </a:ext>
            </a:extLst>
          </p:cNvPr>
          <p:cNvSpPr/>
          <p:nvPr/>
        </p:nvSpPr>
        <p:spPr>
          <a:xfrm>
            <a:off x="1930083" y="4783841"/>
            <a:ext cx="3025375" cy="360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Visualizations [Power Bi]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123DFF-085F-11C8-F7DA-B1B93F1A8BF9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3442769" y="2159521"/>
            <a:ext cx="1" cy="383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A91A21-C853-53C8-715E-BC6342D536E2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3442770" y="2903197"/>
            <a:ext cx="1" cy="388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4E4F82-19B4-B702-A6E1-7F0E6DC69DD4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3442771" y="3651790"/>
            <a:ext cx="0" cy="388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B29D2F-1A34-1CDC-9DD1-45AB67AAD73C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3442771" y="4400383"/>
            <a:ext cx="0" cy="383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Diagrams</a:t>
            </a:r>
          </a:p>
        </p:txBody>
      </p:sp>
      <p:pic>
        <p:nvPicPr>
          <p:cNvPr id="1026" name="Picture 2" descr="Steps of Spatio-Temporal Crime Prediction. | Download Scientific Diagram">
            <a:extLst>
              <a:ext uri="{FF2B5EF4-FFF2-40B4-BE49-F238E27FC236}">
                <a16:creationId xmlns:a16="http://schemas.microsoft.com/office/drawing/2014/main" id="{FFEEF7F2-E0A5-36D8-0A07-D70CEA9C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1" y="1837766"/>
            <a:ext cx="6810990" cy="361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vs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Existing: Manual reporting, limited visualization</a:t>
            </a:r>
          </a:p>
          <a:p>
            <a:r>
              <a:rPr dirty="0"/>
              <a:t>Proposed: ML predictions, Power BI dashboards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108391"/>
            <a:ext cx="7797662" cy="2641217"/>
          </a:xfrm>
        </p:spPr>
        <p:txBody>
          <a:bodyPr/>
          <a:lstStyle/>
          <a:p>
            <a:r>
              <a:rPr dirty="0"/>
              <a:t>- Power BI dashboards (crime severity trends)</a:t>
            </a:r>
          </a:p>
          <a:p>
            <a:r>
              <a:rPr dirty="0"/>
              <a:t>- ML model performance (R², RMSE)</a:t>
            </a:r>
          </a:p>
          <a:p>
            <a:r>
              <a:rPr dirty="0"/>
              <a:t>- </a:t>
            </a:r>
            <a:r>
              <a:rPr lang="en-US" dirty="0"/>
              <a:t>Ui Representation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7B80E8-02BB-15D1-04C6-CD8AA45B9CAE}"/>
              </a:ext>
            </a:extLst>
          </p:cNvPr>
          <p:cNvSpPr txBox="1"/>
          <p:nvPr/>
        </p:nvSpPr>
        <p:spPr>
          <a:xfrm>
            <a:off x="639097" y="393290"/>
            <a:ext cx="685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Power BI dashboards (crime severity trends)</a:t>
            </a: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32FE8E-1664-4EC3-144F-F365F7AE9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7" y="1283929"/>
            <a:ext cx="6853083" cy="388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64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B41E5-B50F-150C-DC94-BD72FDBEE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3AEA3A-0880-1409-C94D-CB996C6B6155}"/>
              </a:ext>
            </a:extLst>
          </p:cNvPr>
          <p:cNvSpPr txBox="1"/>
          <p:nvPr/>
        </p:nvSpPr>
        <p:spPr>
          <a:xfrm>
            <a:off x="639097" y="393290"/>
            <a:ext cx="7806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ML model performance in the regression (R², RMSE)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F1A90A-6CA7-3B00-6B3C-700F62130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7" y="1409548"/>
            <a:ext cx="7806813" cy="1035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B168C6-322C-F6C3-0C0B-8E9BE6726A05}"/>
              </a:ext>
            </a:extLst>
          </p:cNvPr>
          <p:cNvSpPr txBox="1"/>
          <p:nvPr/>
        </p:nvSpPr>
        <p:spPr>
          <a:xfrm>
            <a:off x="639096" y="2676880"/>
            <a:ext cx="8023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ML model performance in the clusters score(Kmean)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97BB56-56EC-0A5B-2F09-14A40DDAD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6" y="3453281"/>
            <a:ext cx="4129549" cy="15152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A8FE0C-B4A5-1DC2-2A7B-6CD6AFB9F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654" y="3429000"/>
            <a:ext cx="3324255" cy="201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61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DBF61-0C53-BABE-937F-2E8780FE8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DA1443-21C0-7223-EB61-6112111322D2}"/>
              </a:ext>
            </a:extLst>
          </p:cNvPr>
          <p:cNvSpPr txBox="1"/>
          <p:nvPr/>
        </p:nvSpPr>
        <p:spPr>
          <a:xfrm>
            <a:off x="363794" y="255638"/>
            <a:ext cx="685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Ui Representation using gradio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6A6488-5D82-8363-2652-ADE0DB1CA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4" y="916511"/>
            <a:ext cx="8229600" cy="457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506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Conclusion:</a:t>
            </a:r>
          </a:p>
          <a:p>
            <a:r>
              <a:rPr dirty="0"/>
              <a:t>- Combined BI + ML improves crime analysis</a:t>
            </a:r>
          </a:p>
          <a:p>
            <a:r>
              <a:rPr dirty="0"/>
              <a:t>- Provides actionable insights</a:t>
            </a:r>
            <a:endParaRPr lang="en-US" dirty="0"/>
          </a:p>
          <a:p>
            <a:r>
              <a:rPr lang="en-US" dirty="0"/>
              <a:t>- prediction rate in regression is 1.0, In cluster 0.47 to 0.61</a:t>
            </a:r>
            <a:endParaRPr lang="en-IN" dirty="0"/>
          </a:p>
          <a:p>
            <a:endParaRPr lang="en-IN" dirty="0"/>
          </a:p>
          <a:p>
            <a:r>
              <a:rPr dirty="0"/>
              <a:t>Future Scope:</a:t>
            </a:r>
          </a:p>
          <a:p>
            <a:r>
              <a:rPr dirty="0"/>
              <a:t>- Real-time integration</a:t>
            </a:r>
          </a:p>
          <a:p>
            <a:r>
              <a:rPr dirty="0"/>
              <a:t>- Neural Networks</a:t>
            </a:r>
          </a:p>
          <a:p>
            <a:r>
              <a:rPr dirty="0"/>
              <a:t>- Web-based dashboards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IEEE / ACM research papers on crime prediction</a:t>
            </a:r>
          </a:p>
          <a:p>
            <a:r>
              <a:rPr dirty="0"/>
              <a:t>- Power BI documentation</a:t>
            </a:r>
          </a:p>
          <a:p>
            <a:r>
              <a:rPr dirty="0"/>
              <a:t>- scikit-learn documentation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401</TotalTime>
  <Words>293</Words>
  <Application>Microsoft Office PowerPoint</Application>
  <PresentationFormat>On-screen Show (4:3)</PresentationFormat>
  <Paragraphs>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Impact</vt:lpstr>
      <vt:lpstr>Main Event</vt:lpstr>
      <vt:lpstr>Crime Pattern Detection Using Geospatial and Temporal Analysis </vt:lpstr>
      <vt:lpstr>Abstract</vt:lpstr>
      <vt:lpstr>Introduction</vt:lpstr>
      <vt:lpstr>Literature Survey</vt:lpstr>
      <vt:lpstr>Algorithms / Modules</vt:lpstr>
      <vt:lpstr>System Architecture</vt:lpstr>
      <vt:lpstr>Data Flow Diagrams</vt:lpstr>
      <vt:lpstr>Existing vs Proposed System</vt:lpstr>
      <vt:lpstr>Results</vt:lpstr>
      <vt:lpstr>PowerPoint Presentation</vt:lpstr>
      <vt:lpstr>PowerPoint Presentation</vt:lpstr>
      <vt:lpstr>PowerPoint Presentation</vt:lpstr>
      <vt:lpstr>Conclusion &amp; Future Scope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Fayaz Shaik</cp:lastModifiedBy>
  <cp:revision>10</cp:revision>
  <dcterms:created xsi:type="dcterms:W3CDTF">2013-01-27T09:14:16Z</dcterms:created>
  <dcterms:modified xsi:type="dcterms:W3CDTF">2025-09-08T05:09:47Z</dcterms:modified>
  <cp:category/>
</cp:coreProperties>
</file>